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Oracle Data </a:t>
            </a:r>
            <a:r>
              <a:rPr lang="pt-BR" dirty="0" err="1"/>
              <a:t>Guard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Solução de </a:t>
            </a:r>
            <a:r>
              <a:rPr lang="pt-BR" dirty="0" err="1" smtClean="0"/>
              <a:t>Disaster</a:t>
            </a:r>
            <a:r>
              <a:rPr lang="pt-BR" dirty="0" smtClean="0"/>
              <a:t> Recovery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7574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Oracle Data </a:t>
            </a:r>
            <a:r>
              <a:rPr lang="pt-BR" dirty="0" err="1" smtClean="0"/>
              <a:t>Guard</a:t>
            </a:r>
            <a:r>
              <a:rPr lang="pt-BR" dirty="0" smtClean="0"/>
              <a:t> - Utilidade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Oracle Data </a:t>
            </a:r>
            <a:r>
              <a:rPr lang="pt-BR" dirty="0" err="1"/>
              <a:t>Guard</a:t>
            </a:r>
            <a:r>
              <a:rPr lang="pt-BR" dirty="0"/>
              <a:t> é muito usado como solução de recuperação rápida na ocorrência de paradas não planejadas que afetem a disponibilidade da infraestrutura computacional como um </a:t>
            </a:r>
            <a:r>
              <a:rPr lang="pt-BR" dirty="0" smtClean="0"/>
              <a:t>todo.</a:t>
            </a:r>
          </a:p>
          <a:p>
            <a:r>
              <a:rPr lang="pt-BR" dirty="0" smtClean="0"/>
              <a:t>Troca de papel (atribuição): </a:t>
            </a:r>
            <a:r>
              <a:rPr lang="pt-BR" dirty="0"/>
              <a:t>pode-se escolher em qual infraestrutura computacional o serviço de banco de dados estará ativo (como primário). Na prática, esta troca de atribuições amplia a disponibilidade do serviço de banco de dados no caso de ações de manutenção </a:t>
            </a:r>
            <a:r>
              <a:rPr lang="pt-BR" dirty="0" smtClean="0"/>
              <a:t>planejada.</a:t>
            </a:r>
          </a:p>
          <a:p>
            <a:r>
              <a:rPr lang="pt-BR" dirty="0"/>
              <a:t>melhorar os tempos de recuperação do banco de dados devido a </a:t>
            </a:r>
            <a:r>
              <a:rPr lang="pt-BR" dirty="0" smtClean="0"/>
              <a:t>falhas (minimiza o </a:t>
            </a:r>
            <a:r>
              <a:rPr lang="pt-BR" dirty="0" err="1" smtClean="0"/>
              <a:t>downtime</a:t>
            </a:r>
            <a:r>
              <a:rPr lang="pt-BR" dirty="0" smtClean="0"/>
              <a:t>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171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funciona?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serviço será criado com dois </a:t>
            </a:r>
            <a:r>
              <a:rPr lang="pt-BR" dirty="0" smtClean="0"/>
              <a:t>servidores, </a:t>
            </a:r>
            <a:r>
              <a:rPr lang="pt-BR" dirty="0"/>
              <a:t>um sendo usado como banco PRIMÁRIO, onde o serviço de banco fica efetivamente disponível, e o outro usado para o banco STANDBY, que fica recebendo a réplica do banco de dados </a:t>
            </a:r>
            <a:r>
              <a:rPr lang="pt-BR" dirty="0" smtClean="0"/>
              <a:t>primário (cópia sincronizada).</a:t>
            </a:r>
          </a:p>
          <a:p>
            <a:r>
              <a:rPr lang="pt-BR" dirty="0"/>
              <a:t> O banco de dados de </a:t>
            </a:r>
            <a:r>
              <a:rPr lang="pt-BR" dirty="0" err="1"/>
              <a:t>standby</a:t>
            </a:r>
            <a:r>
              <a:rPr lang="pt-BR" dirty="0"/>
              <a:t> pode estar situado em qualquer lugar, porque o </a:t>
            </a:r>
            <a:r>
              <a:rPr lang="pt-BR" dirty="0" smtClean="0"/>
              <a:t>Data </a:t>
            </a:r>
            <a:r>
              <a:rPr lang="pt-BR" dirty="0" err="1" smtClean="0"/>
              <a:t>Guard</a:t>
            </a:r>
            <a:r>
              <a:rPr lang="pt-BR" dirty="0" smtClean="0"/>
              <a:t> usa protocolo </a:t>
            </a:r>
            <a:r>
              <a:rPr lang="pt-BR" dirty="0"/>
              <a:t>TCP/IP padrão para transmitir dados entre os bancos de dados principal e de </a:t>
            </a:r>
            <a:r>
              <a:rPr lang="pt-BR" dirty="0" err="1" smtClean="0"/>
              <a:t>standby</a:t>
            </a:r>
            <a:r>
              <a:rPr lang="pt-BR" dirty="0" smtClean="0"/>
              <a:t>, eliminando </a:t>
            </a:r>
            <a:r>
              <a:rPr lang="pt-BR" dirty="0"/>
              <a:t>a necessidade de dispositivos de rede especializados</a:t>
            </a:r>
            <a:r>
              <a:rPr lang="pt-BR" dirty="0" smtClean="0"/>
              <a:t>.</a:t>
            </a:r>
          </a:p>
          <a:p>
            <a:r>
              <a:rPr lang="pt-BR" dirty="0" smtClean="0"/>
              <a:t>É possível ter mais de um servidor </a:t>
            </a:r>
            <a:r>
              <a:rPr lang="pt-BR" dirty="0" err="1" smtClean="0"/>
              <a:t>standby</a:t>
            </a:r>
            <a:r>
              <a:rPr lang="pt-BR" dirty="0" smtClean="0"/>
              <a:t> sincronizados com o principal.</a:t>
            </a:r>
          </a:p>
          <a:p>
            <a:r>
              <a:rPr lang="pt-BR" dirty="0" smtClean="0"/>
              <a:t>Implementa dois tipos de </a:t>
            </a:r>
            <a:r>
              <a:rPr lang="pt-BR" dirty="0" err="1" smtClean="0"/>
              <a:t>StandBy</a:t>
            </a:r>
            <a:r>
              <a:rPr lang="pt-BR" dirty="0" smtClean="0"/>
              <a:t> </a:t>
            </a:r>
            <a:r>
              <a:rPr lang="pt-BR" dirty="0" err="1" smtClean="0"/>
              <a:t>Database</a:t>
            </a:r>
            <a:r>
              <a:rPr lang="pt-BR" dirty="0" smtClean="0"/>
              <a:t>: Físico e Lógico (replicação via SQL)</a:t>
            </a:r>
          </a:p>
          <a:p>
            <a:r>
              <a:rPr lang="pt-BR" dirty="0"/>
              <a:t>Incluso na versão DB Enterprise </a:t>
            </a:r>
            <a:r>
              <a:rPr lang="pt-BR" dirty="0" err="1"/>
              <a:t>Edition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4786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Arquitetura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952" y="1980971"/>
            <a:ext cx="7966552" cy="4142608"/>
          </a:xfrm>
        </p:spPr>
      </p:pic>
    </p:spTree>
    <p:extLst>
      <p:ext uri="{BB962C8B-B14F-4D97-AF65-F5344CB8AC3E}">
        <p14:creationId xmlns:p14="http://schemas.microsoft.com/office/powerpoint/2010/main" val="823951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Etapas Envolvidas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Instalação:</a:t>
            </a:r>
          </a:p>
          <a:p>
            <a:pPr lvl="1"/>
            <a:r>
              <a:rPr lang="pt-BR" dirty="0" smtClean="0"/>
              <a:t>Instalação da Instância Oracle;</a:t>
            </a:r>
          </a:p>
          <a:p>
            <a:pPr lvl="1"/>
            <a:r>
              <a:rPr lang="pt-BR" dirty="0" smtClean="0"/>
              <a:t>Instalação do Oracle </a:t>
            </a:r>
            <a:r>
              <a:rPr lang="pt-BR" dirty="0" err="1" smtClean="0"/>
              <a:t>Automatic</a:t>
            </a:r>
            <a:r>
              <a:rPr lang="pt-BR" dirty="0" smtClean="0"/>
              <a:t> </a:t>
            </a:r>
            <a:r>
              <a:rPr lang="pt-BR" dirty="0" err="1" smtClean="0"/>
              <a:t>Storage</a:t>
            </a:r>
            <a:r>
              <a:rPr lang="pt-BR" dirty="0" smtClean="0"/>
              <a:t> Management (ASM);</a:t>
            </a:r>
          </a:p>
          <a:p>
            <a:pPr lvl="1"/>
            <a:r>
              <a:rPr lang="pt-BR" dirty="0" smtClean="0"/>
              <a:t>Instalação do Oracle </a:t>
            </a:r>
            <a:r>
              <a:rPr lang="pt-BR" dirty="0" err="1" smtClean="0"/>
              <a:t>Database</a:t>
            </a:r>
            <a:r>
              <a:rPr lang="pt-BR" dirty="0" smtClean="0"/>
              <a:t>;</a:t>
            </a:r>
          </a:p>
          <a:p>
            <a:pPr lvl="1"/>
            <a:r>
              <a:rPr lang="pt-BR" dirty="0" smtClean="0"/>
              <a:t>Configuração de Parâmetros do Sistema Operacional;</a:t>
            </a:r>
          </a:p>
          <a:p>
            <a:pPr lvl="1"/>
            <a:r>
              <a:rPr lang="pt-BR" dirty="0" smtClean="0"/>
              <a:t>Configuração - Patch;</a:t>
            </a:r>
          </a:p>
          <a:p>
            <a:pPr lvl="1"/>
            <a:r>
              <a:rPr lang="pt-BR" dirty="0" smtClean="0"/>
              <a:t>Configuração - Data </a:t>
            </a:r>
            <a:r>
              <a:rPr lang="pt-BR" dirty="0" err="1" smtClean="0"/>
              <a:t>Guard</a:t>
            </a:r>
            <a:r>
              <a:rPr lang="pt-BR" dirty="0" smtClean="0"/>
              <a:t> </a:t>
            </a:r>
            <a:r>
              <a:rPr lang="pt-BR" dirty="0" err="1" smtClean="0"/>
              <a:t>Broker</a:t>
            </a:r>
            <a:endParaRPr lang="pt-BR" dirty="0" smtClean="0"/>
          </a:p>
          <a:p>
            <a:pPr lvl="1"/>
            <a:r>
              <a:rPr lang="pt-BR" dirty="0" smtClean="0"/>
              <a:t>Configuração – </a:t>
            </a:r>
            <a:r>
              <a:rPr lang="pt-BR" dirty="0" err="1" smtClean="0"/>
              <a:t>Fast</a:t>
            </a:r>
            <a:r>
              <a:rPr lang="pt-BR" dirty="0" smtClean="0"/>
              <a:t>-Start-</a:t>
            </a:r>
            <a:r>
              <a:rPr lang="pt-BR" dirty="0" err="1" smtClean="0"/>
              <a:t>Failover</a:t>
            </a:r>
            <a:endParaRPr lang="pt-BR" dirty="0" smtClean="0"/>
          </a:p>
          <a:p>
            <a:pPr lvl="1"/>
            <a:r>
              <a:rPr lang="pt-BR" dirty="0" smtClean="0"/>
              <a:t>Configuração do Oracle Data </a:t>
            </a:r>
            <a:r>
              <a:rPr lang="pt-BR" dirty="0" err="1" smtClean="0"/>
              <a:t>Guard</a:t>
            </a:r>
            <a:endParaRPr lang="pt-BR" dirty="0" smtClean="0"/>
          </a:p>
          <a:p>
            <a:pPr lvl="1"/>
            <a:r>
              <a:rPr lang="pt-BR" dirty="0" smtClean="0"/>
              <a:t>Criação de </a:t>
            </a:r>
            <a:r>
              <a:rPr lang="pt-BR" dirty="0" err="1" smtClean="0"/>
              <a:t>DiskGroups</a:t>
            </a:r>
            <a:r>
              <a:rPr lang="pt-BR" dirty="0" smtClean="0"/>
              <a:t> (ASM)</a:t>
            </a:r>
          </a:p>
          <a:p>
            <a:pPr lvl="1"/>
            <a:r>
              <a:rPr lang="pt-BR" dirty="0" smtClean="0"/>
              <a:t>Configuração do ASM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8288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Etapas Envolvidas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Migração/Validação:</a:t>
            </a:r>
          </a:p>
          <a:p>
            <a:pPr lvl="1"/>
            <a:r>
              <a:rPr lang="pt-BR" dirty="0" smtClean="0"/>
              <a:t>Migração dos Dados;</a:t>
            </a:r>
          </a:p>
          <a:p>
            <a:pPr lvl="1"/>
            <a:r>
              <a:rPr lang="pt-BR" dirty="0" smtClean="0"/>
              <a:t>Banco de Dados Homogêneo;</a:t>
            </a:r>
          </a:p>
          <a:p>
            <a:pPr lvl="1"/>
            <a:r>
              <a:rPr lang="pt-BR" dirty="0" smtClean="0"/>
              <a:t>Sistema Operacional;</a:t>
            </a:r>
          </a:p>
          <a:p>
            <a:pPr lvl="1"/>
            <a:r>
              <a:rPr lang="pt-BR" dirty="0" smtClean="0"/>
              <a:t>Arquitetura;</a:t>
            </a:r>
          </a:p>
          <a:p>
            <a:pPr lvl="1"/>
            <a:r>
              <a:rPr lang="pt-BR" dirty="0" smtClean="0"/>
              <a:t>ASM;</a:t>
            </a:r>
          </a:p>
          <a:p>
            <a:pPr lvl="1"/>
            <a:r>
              <a:rPr lang="pt-BR" dirty="0" smtClean="0"/>
              <a:t>RAC.</a:t>
            </a:r>
          </a:p>
        </p:txBody>
      </p:sp>
    </p:spTree>
    <p:extLst>
      <p:ext uri="{BB962C8B-B14F-4D97-AF65-F5344CB8AC3E}">
        <p14:creationId xmlns:p14="http://schemas.microsoft.com/office/powerpoint/2010/main" val="38071595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TM10001105[[fn=Cortar]]</Template>
  <TotalTime>108</TotalTime>
  <Words>313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Franklin Gothic Book</vt:lpstr>
      <vt:lpstr>Crop</vt:lpstr>
      <vt:lpstr>Oracle Data Guard</vt:lpstr>
      <vt:lpstr>Oracle Data Guard - Utilidade</vt:lpstr>
      <vt:lpstr>Como funciona?</vt:lpstr>
      <vt:lpstr>Arquitetura</vt:lpstr>
      <vt:lpstr>Etapas Envolvidas</vt:lpstr>
      <vt:lpstr>Etapas Envolvidas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Data Guard</dc:title>
  <dc:creator>Halisson Souza Gomides</dc:creator>
  <cp:lastModifiedBy>Halisson Souza Gomides</cp:lastModifiedBy>
  <cp:revision>6</cp:revision>
  <dcterms:created xsi:type="dcterms:W3CDTF">2020-10-05T18:54:31Z</dcterms:created>
  <dcterms:modified xsi:type="dcterms:W3CDTF">2020-10-05T20:43:06Z</dcterms:modified>
</cp:coreProperties>
</file>